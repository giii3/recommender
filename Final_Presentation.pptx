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BICT242: Data Scalability and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FARFETCH Luxury Fashion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Collaborative Filtering  ·  Matrix Factorization  ·  Ranking Evaluation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Project Final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1/8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280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FARFETCH-style luxury fashion e-commerce – recommend designer products to customers.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customers, 300 luxury products, 8 325 interactions with style preference bias.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31089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 CF, Item-based CF, Matrix Factorization (FunkSVD), Hybrid ensemble.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40233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for rating prediction; Precision@10, Recall@10, F1@10 for ranking quality.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37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49377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web application + complete Python implementation.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2/8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8 325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0" y="11430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280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982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Density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steps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Generated synthetic but realistic FARFETCH-style data (brands, categories, luxury prices).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Deduplicated pairs, filtered sparse entities (min 3 interactions), built 500×300 rating matrix.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Injected style preference bias so collaborative signals are learnable.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Engineered features: activity level, popularity, style vectors, brand affinity, purchase flag.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3/8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91440" cy="2057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 CF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between customers. Predict missing ratings from the k most similar users who rated the product (k=30).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143000"/>
            <a:ext cx="91440" cy="2057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CF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between products. More stable in e-commerce because the catalogue changes slowly.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429000"/>
            <a:ext cx="91440" cy="2057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≈ μ + bᵤ + bᵢ + P Qᵀ. 15 latent factors trained with SGD. Captures global taste patterns.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4290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429000"/>
            <a:ext cx="91440" cy="2057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Ensemble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160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average: 0.3 User + 0.3 Item + 0.4 MF. Best overall ranking performance.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4/8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Prediction – RMSE (lower is better)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1600200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406908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2606040"/>
            <a:ext cx="3383280" cy="274320"/>
          </a:xfrm>
          <a:prstGeom prst="roundRect">
            <a:avLst>
              <a:gd name="adj" fmla="val 13333"/>
            </a:avLst>
          </a:prstGeom>
          <a:solidFill>
            <a:srgbClr val="1A7F4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3108960"/>
            <a:ext cx="370332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Quality @ K=10 (Hybrid)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34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5120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4251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4434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297680" y="5120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4251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4434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38160" y="5120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F1@10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5/8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– Streamlit Web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/ products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CSVs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258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 + Matrix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3258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Serve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1188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13258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Recommend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products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customer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1247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farfetch_recommender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 pandas numpy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streamlit_app.py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Open http://localhost:8501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6/8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MF delivers best RMSE (0.83) by capturing latent taste.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Hybrid balances accuracy and ranking quality.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Style preference bias is successfully recovered.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System surfaces relevant luxury products for each customer.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1965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Synthetic data – real noise only partially modelled.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788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temporal or sequential patterns used yet.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Content features mainly for display, not ranking.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434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Offline metrics only; production needs A/B tests.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7/8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hybrid recommendation system for FARFETCH-style luxury fashion has been designed, implemented and evaluated. All project requirements — data collection &amp; preprocessing, feature engineering, model selection &amp; training, evaluation (RMSE, Precision, Recall, F1), and deployment as a web application — have been met. The system is ready for demonstration and submission.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BICT242  ·  FARFETCH Luxury Fashion Recommender  ·  8/8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FARFETCH Recommendation System – BICT242</dc:title>
  <dc:subject>PptxGenJS Presentation</dc:subject>
  <dc:creator>PptxGenJS</dc:creator>
  <cp:lastModifiedBy>PptxGenJS</cp:lastModifiedBy>
  <cp:revision>1</cp:revision>
  <dcterms:created xsi:type="dcterms:W3CDTF">2026-09-25T08:29:28Z</dcterms:created>
  <dcterms:modified xsi:type="dcterms:W3CDTF">2026-09-25T08:29:28Z</dcterms:modified>
</cp:coreProperties>
</file>